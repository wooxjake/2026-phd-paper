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25830-7A37-37DE-A448-8DB21835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DD3899-3D52-EC44-B415-97932BBA5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B6B9A-2922-D0D2-E555-0D527B6C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D7202-DCEF-3D02-74C2-7F544C94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908F4-1A17-D5C8-CDE2-9D7BD962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00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60C77-FAC9-4D09-4E22-8874F28D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194A8-04FF-1105-B8E0-ADA117786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EC7A0A-FE79-247A-CE4E-2EAB2A5D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5F06A-E9BC-4A30-609A-9C8734A0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CADDD-19BF-F897-38E8-1D3DC9A6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01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2CF9E-196B-72DA-C4FC-3BF28FE7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402D2F-FEF2-380E-74C5-243BE1550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4CE7B-2C02-D145-7888-792E46DD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DCB2D1-830D-9D31-0D85-12111058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DAC0DD-2DED-D8E3-DB89-5DAC7178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3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F1037-77EB-E0F5-E931-0D9AB09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258B2-FD4C-183E-F1B1-24681E93A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3CA98-E2BF-381B-169E-F056574DD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2D2292-6D66-A7C8-E3FE-D5A81C39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3B168B-3ADB-2095-10CB-87C30B0C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159227-0AC2-DA70-FD6E-94209481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9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965A6-3E8E-8899-FE96-42864DB2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CDB2F3-BDA2-3AB4-5679-449A7203D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CDF66-9144-001E-D7B3-3BFDA7595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B1260A-5B6D-F1D6-CC05-0F26197A4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850707-AAFE-AEA1-314B-22F50C59D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3795C8-DB41-7A39-3984-6635F552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E6E8AD-E140-B22E-E50B-5525BED1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0E304B-68EE-72A5-46AD-BA3C04AB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13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FA5E4-ED0A-7F7C-5EDA-52C9FF8D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2EEFD-9304-3327-9E2B-CD648FD4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07F7D3-252C-9F8A-D3F3-1CBF621A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4E0501-878F-4606-98DF-293F67CC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50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9D765E-57B4-E046-5425-57956889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7E23F1-77FF-1581-0009-614D013F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811BB2-7BA8-4A71-A51C-1B927782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80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63EA4-7C62-8B24-FCDB-04DBD556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E522-352E-E615-EDE1-6AE65DF6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B5C6FA-C6C8-1A03-2ED9-2BEA35B78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0A7519-AEC7-E3D4-A3DC-2FDBF686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B22118-8617-5FF4-C7CE-49381896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B29853-A788-7D85-641D-887F7690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53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CCCB9-680D-9B69-EDB9-4C2B0C30D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E6AFB9-02DD-E9DD-ABC9-CE9EA12403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E2B369-29F9-E51D-4B98-858AEE76E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31FE3-A99F-2661-E505-4FEDED90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ECB0A-4A82-A098-0B39-0392A095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514800-5E7B-6177-A018-116DB105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97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D29DC-ECED-42D5-83F6-5A6BE543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F30AAF-A7C4-8177-59F2-01B6BC299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62709C-DA8E-0AFA-E7E3-176E6C4D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CC5A0-A045-D2E2-BDBA-156F3BA1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DC3D0-0A09-D6A8-3763-EDD0677C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2D861E-7B61-F687-6AB9-8D51C130C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DA73C8-814A-8C9E-CCEA-8AD40C6DE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73809-E1C3-4B47-6A1D-4059A45C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FF19CB-CE8E-B933-89F6-C4EE5373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03D3B-41F3-2D4F-E09A-3B233DA0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7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12F8FF-7C53-A608-55D0-EB07061F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8ADCD9-27D2-E949-46A3-C8FB1F917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86754-7E6A-1E5D-52C3-9AB31AFBA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7D88C-CFF8-4A73-A305-13AA4FD7B78C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D45A5-B76A-9AA1-D340-A148DD329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5D6FE-047E-3388-C281-74AF4E9FC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012D6-6BD3-46A7-8605-0E2D17E4EC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03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64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7F7A-19C9-6677-38DC-0EE0733B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55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JeongHyun Woo</dc:creator>
  <cp:lastModifiedBy>Jake JeongHyun Woo</cp:lastModifiedBy>
  <cp:revision>1</cp:revision>
  <dcterms:created xsi:type="dcterms:W3CDTF">2026-10-06T05:15:44Z</dcterms:created>
  <dcterms:modified xsi:type="dcterms:W3CDTF">2026-10-06T05:16:19Z</dcterms:modified>
</cp:coreProperties>
</file>