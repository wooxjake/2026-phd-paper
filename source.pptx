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>
        <p:scale>
          <a:sx n="150" d="100"/>
          <a:sy n="150" d="100"/>
        </p:scale>
        <p:origin x="-18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239FB-E968-4992-F189-97FFF5F95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98D4DC-2BC8-ABFF-1E2B-6115567F4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1AA3A2-D6BF-5FDD-1DE1-22877A62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4A0327-7A09-2FDB-84F2-C9C033FBF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5A3C87-0BB8-0D3C-67C6-48858565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5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95DFF-74E2-BFEA-C040-6D1E5A00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326C7B-274F-0C28-8355-95E37323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2CABEE-9425-0D9B-28BB-0DD2D401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F3572E-F844-F55B-0345-FB5C49767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1984C2-1B9E-42F1-FA52-E468C107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48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7BF7E-75DE-B607-3053-394201FBF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5ACA6F-9CB7-EF36-A842-BBE90F886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B1E32A-0943-4913-6F4D-202A49204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9B5ADE-7BAD-1E6E-7EAD-66CC05DB5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965D79-34CC-FE6A-A4B3-49004514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851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90F7E-DB78-84E3-4AEF-C721DE76C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C2125C-B3E7-58AB-9CC1-1B381EACA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AA84E1-7DE6-32D8-50C1-6F7A6C83C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8C5237-52E4-AFE0-AF4B-464AB52D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6BA0B7-3698-F52B-9FF3-501AB32A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CAFFF4-9691-50CD-8E00-B69E1FE7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48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87DC4-23F9-2A81-2A35-86FEA7DB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69866B-B024-9ABD-FE51-427283AA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C0F838-2F38-5EC4-E4DE-33398AD88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72CBAC-0E57-D97F-E969-D9AE3D2B0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1DC1AE-2EEC-C52C-B4E4-37CCBE128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DB59A2-567C-B6D3-62BE-E8CB1D387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765ACD-763E-7C1A-4B36-DB7BE3840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5D0EE4-A433-5282-8914-9EA573DF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063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42FDA-DA64-AC20-C05D-61BE607A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A50B8A-6AA1-15D2-8068-19E260E5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7E1C026-4C6F-1B0D-FD58-5A7E4053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29B8B0-77BD-CA8E-8B54-3E7340AC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30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9798FD-54D1-3284-D156-41D06DD9E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7AFE84-853E-EA7D-24A3-696E8A02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179925-51C9-3BF2-91C9-232B73E2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69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F2445-B532-72A6-766D-607BF047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8B1A58-7B1D-A77F-EFBA-6D568CEEB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15A5DF-F633-CFB1-704D-CF26AFF57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1741B5-94B8-BBD9-B26E-825BDDC78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86050E-2054-9F16-7A65-E3CFC1E7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F84AC2-B89B-A156-EB4F-79011769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03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C68D0-8662-7C06-DE01-F7502292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F0014C-621E-9CB5-F836-BBE04D63D0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6ABA5B-A4BB-A149-061E-65F21602A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8C3DCE-96A4-BC45-155F-D1FCB239B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90B255-DE9E-D67D-5851-6407D3E9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DD38B7-320B-3540-FDBE-1C357533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47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456DE-D64E-7AC2-B3E5-C99C7621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A6A89E-B2CA-894A-B2CC-628B27050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6346CB-9036-9923-5852-E31D4262F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AAA205-237C-4586-4CE3-A02CE0CF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C7FD2E-A7F0-82E4-1FE1-9ADADB2E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39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6FD52C-5F3C-897A-1D1C-9FA8A21CF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754366-8B0B-3883-1BD7-566124549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24FE70-2D1C-BD57-3201-9C39696C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E48337-B9B2-4534-7D3B-8C6C1F8B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D13D32-E53F-8368-7D30-C9D9C80A1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57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1E9299-78E0-376A-A799-790AB105C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A7DFB1-E465-1841-5B6A-3E58E8662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A22166-0143-F2D3-7701-C352F7A44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67C90-055A-4F07-8195-D46EC3310CBB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C364BB-735B-0AED-C32D-D68E637CC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C591D9-8591-A20B-13CC-18847FF3C1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E26F0-257B-49EE-A240-087CBCA744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84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B510A6-18DF-2B63-F7DD-49E0E5044824}"/>
              </a:ext>
            </a:extLst>
          </p:cNvPr>
          <p:cNvGrpSpPr/>
          <p:nvPr/>
        </p:nvGrpSpPr>
        <p:grpSpPr>
          <a:xfrm>
            <a:off x="905843" y="1753977"/>
            <a:ext cx="9304863" cy="2555041"/>
            <a:chOff x="905843" y="1753977"/>
            <a:chExt cx="9304863" cy="2555041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4324C45-50AF-C470-C6DF-94BBABEE0E25}"/>
                </a:ext>
              </a:extLst>
            </p:cNvPr>
            <p:cNvGrpSpPr/>
            <p:nvPr/>
          </p:nvGrpSpPr>
          <p:grpSpPr>
            <a:xfrm>
              <a:off x="905843" y="1753977"/>
              <a:ext cx="9304863" cy="2555041"/>
              <a:chOff x="905843" y="1753977"/>
              <a:chExt cx="9304863" cy="2555041"/>
            </a:xfrm>
          </p:grpSpPr>
          <p:pic>
            <p:nvPicPr>
              <p:cNvPr id="4" name="그림 3" descr="Figure 6. Comfortable viewing angle is 15 to 20 degrees">
                <a:extLst>
                  <a:ext uri="{FF2B5EF4-FFF2-40B4-BE49-F238E27FC236}">
                    <a16:creationId xmlns:a16="http://schemas.microsoft.com/office/drawing/2014/main" id="{569F2193-3367-6632-2671-3E666764A8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63516" y="1753977"/>
                <a:ext cx="3026050" cy="254825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6" name="그림 5" descr="Person using a desktop computer at a standing workstation. A diagram illustrates ideal monitor positioning: the viewing distance between the eyes and the screen is 40 to 74 cm. The line of sight is shown at a downward angle between 15° and 30° from the horizontal eye level.">
                <a:extLst>
                  <a:ext uri="{FF2B5EF4-FFF2-40B4-BE49-F238E27FC236}">
                    <a16:creationId xmlns:a16="http://schemas.microsoft.com/office/drawing/2014/main" id="{9DA69A90-1A03-C2E1-51A0-567A2FE2B5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89565" y="1753977"/>
                <a:ext cx="3221141" cy="25550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82707D07-CC44-22F4-D29C-9BF131FCC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5843" y="1753977"/>
                <a:ext cx="3057673" cy="25550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FDCAF3-FE51-4305-6473-1AA9A005D68A}"/>
                </a:ext>
              </a:extLst>
            </p:cNvPr>
            <p:cNvSpPr txBox="1"/>
            <p:nvPr/>
          </p:nvSpPr>
          <p:spPr>
            <a:xfrm>
              <a:off x="937467" y="1828799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A</a:t>
              </a:r>
              <a:endParaRPr lang="ko-KR" altLang="en-US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4D9EE7-93A6-45E2-DAA9-A2726B466213}"/>
                </a:ext>
              </a:extLst>
            </p:cNvPr>
            <p:cNvSpPr txBox="1"/>
            <p:nvPr/>
          </p:nvSpPr>
          <p:spPr>
            <a:xfrm>
              <a:off x="3995140" y="1828799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B</a:t>
              </a:r>
              <a:endParaRPr lang="ko-KR" alt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361E256-53B0-AF1A-BFD0-79D3438A8088}"/>
                </a:ext>
              </a:extLst>
            </p:cNvPr>
            <p:cNvSpPr txBox="1"/>
            <p:nvPr/>
          </p:nvSpPr>
          <p:spPr>
            <a:xfrm>
              <a:off x="7021189" y="1828799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606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12EBE6A5-5DDC-EF67-C586-7C7D15079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362075"/>
            <a:ext cx="9753600" cy="413385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B656A80-091F-85B0-C7DF-F15C6FF8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42" r="46954" b="26355"/>
          <a:stretch>
            <a:fillRect/>
          </a:stretch>
        </p:blipFill>
        <p:spPr>
          <a:xfrm>
            <a:off x="1219200" y="1841956"/>
            <a:ext cx="5173925" cy="273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38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E0AB3932-430B-3976-C2EA-01A9209D92FB}"/>
              </a:ext>
            </a:extLst>
          </p:cNvPr>
          <p:cNvGrpSpPr/>
          <p:nvPr/>
        </p:nvGrpSpPr>
        <p:grpSpPr>
          <a:xfrm>
            <a:off x="1199743" y="1938338"/>
            <a:ext cx="960219" cy="2156282"/>
            <a:chOff x="904468" y="1314435"/>
            <a:chExt cx="1641003" cy="368506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DE55597-57B1-D16B-DB6E-F1790C511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468" y="1314435"/>
              <a:ext cx="1641003" cy="3685060"/>
            </a:xfrm>
            <a:prstGeom prst="rect">
              <a:avLst/>
            </a:prstGeom>
          </p:spPr>
        </p:pic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26FAB5A2-7373-C766-A3DE-BF56DEE741CE}"/>
                </a:ext>
              </a:extLst>
            </p:cNvPr>
            <p:cNvSpPr/>
            <p:nvPr/>
          </p:nvSpPr>
          <p:spPr>
            <a:xfrm>
              <a:off x="1714056" y="2295525"/>
              <a:ext cx="327840" cy="2376172"/>
            </a:xfrm>
            <a:custGeom>
              <a:avLst/>
              <a:gdLst>
                <a:gd name="csX0" fmla="*/ 5207 w 327840"/>
                <a:gd name="csY0" fmla="*/ 0 h 2376172"/>
                <a:gd name="csX1" fmla="*/ 57594 w 327840"/>
                <a:gd name="csY1" fmla="*/ 352425 h 2376172"/>
                <a:gd name="csX2" fmla="*/ 229044 w 327840"/>
                <a:gd name="csY2" fmla="*/ 914400 h 2376172"/>
                <a:gd name="csX3" fmla="*/ 444 w 327840"/>
                <a:gd name="csY3" fmla="*/ 1871663 h 2376172"/>
                <a:gd name="csX4" fmla="*/ 300482 w 327840"/>
                <a:gd name="csY4" fmla="*/ 2338388 h 2376172"/>
                <a:gd name="csX5" fmla="*/ 295719 w 327840"/>
                <a:gd name="csY5" fmla="*/ 2314575 h 2376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27840" h="2376172">
                  <a:moveTo>
                    <a:pt x="5207" y="0"/>
                  </a:moveTo>
                  <a:cubicBezTo>
                    <a:pt x="12747" y="100012"/>
                    <a:pt x="20288" y="200025"/>
                    <a:pt x="57594" y="352425"/>
                  </a:cubicBezTo>
                  <a:cubicBezTo>
                    <a:pt x="94900" y="504825"/>
                    <a:pt x="238569" y="661194"/>
                    <a:pt x="229044" y="914400"/>
                  </a:cubicBezTo>
                  <a:cubicBezTo>
                    <a:pt x="219519" y="1167606"/>
                    <a:pt x="-11462" y="1634332"/>
                    <a:pt x="444" y="1871663"/>
                  </a:cubicBezTo>
                  <a:cubicBezTo>
                    <a:pt x="12350" y="2108994"/>
                    <a:pt x="251270" y="2264569"/>
                    <a:pt x="300482" y="2338388"/>
                  </a:cubicBezTo>
                  <a:cubicBezTo>
                    <a:pt x="349694" y="2412207"/>
                    <a:pt x="322706" y="2363391"/>
                    <a:pt x="295719" y="231457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F2C2AE7D-B7E7-7395-9046-9427FCA4F894}"/>
              </a:ext>
            </a:extLst>
          </p:cNvPr>
          <p:cNvSpPr/>
          <p:nvPr/>
        </p:nvSpPr>
        <p:spPr>
          <a:xfrm>
            <a:off x="2441853" y="2226665"/>
            <a:ext cx="191833" cy="1676147"/>
          </a:xfrm>
          <a:custGeom>
            <a:avLst/>
            <a:gdLst>
              <a:gd name="csX0" fmla="*/ 9278 w 327840"/>
              <a:gd name="csY0" fmla="*/ 0 h 2864515"/>
              <a:gd name="csX1" fmla="*/ 10377 w 327840"/>
              <a:gd name="csY1" fmla="*/ 573468 h 2864515"/>
              <a:gd name="csX2" fmla="*/ 57594 w 327840"/>
              <a:gd name="csY2" fmla="*/ 840768 h 2864515"/>
              <a:gd name="csX3" fmla="*/ 229044 w 327840"/>
              <a:gd name="csY3" fmla="*/ 1402743 h 2864515"/>
              <a:gd name="csX4" fmla="*/ 444 w 327840"/>
              <a:gd name="csY4" fmla="*/ 2360006 h 2864515"/>
              <a:gd name="csX5" fmla="*/ 300482 w 327840"/>
              <a:gd name="csY5" fmla="*/ 2826731 h 2864515"/>
              <a:gd name="csX6" fmla="*/ 295719 w 327840"/>
              <a:gd name="csY6" fmla="*/ 2802918 h 2864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7840" h="2864515">
                <a:moveTo>
                  <a:pt x="9278" y="0"/>
                </a:moveTo>
                <a:cubicBezTo>
                  <a:pt x="10140" y="14187"/>
                  <a:pt x="1646" y="514731"/>
                  <a:pt x="10377" y="573468"/>
                </a:cubicBezTo>
                <a:cubicBezTo>
                  <a:pt x="19108" y="632206"/>
                  <a:pt x="21150" y="702556"/>
                  <a:pt x="57594" y="840768"/>
                </a:cubicBezTo>
                <a:cubicBezTo>
                  <a:pt x="94038" y="978980"/>
                  <a:pt x="238569" y="1149537"/>
                  <a:pt x="229044" y="1402743"/>
                </a:cubicBezTo>
                <a:cubicBezTo>
                  <a:pt x="219519" y="1655949"/>
                  <a:pt x="-11462" y="2122675"/>
                  <a:pt x="444" y="2360006"/>
                </a:cubicBezTo>
                <a:cubicBezTo>
                  <a:pt x="12350" y="2597337"/>
                  <a:pt x="251270" y="2752912"/>
                  <a:pt x="300482" y="2826731"/>
                </a:cubicBezTo>
                <a:cubicBezTo>
                  <a:pt x="349694" y="2900550"/>
                  <a:pt x="322706" y="2851734"/>
                  <a:pt x="295719" y="2802918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1B2690C-E1B3-7033-5177-F7E84236D202}"/>
              </a:ext>
            </a:extLst>
          </p:cNvPr>
          <p:cNvGrpSpPr/>
          <p:nvPr/>
        </p:nvGrpSpPr>
        <p:grpSpPr>
          <a:xfrm rot="18900000">
            <a:off x="2363344" y="3577379"/>
            <a:ext cx="481261" cy="481261"/>
            <a:chOff x="2566430" y="3745367"/>
            <a:chExt cx="481261" cy="481261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D5F3755-D1C2-C26D-8B7A-66C48A8D232A}"/>
                </a:ext>
              </a:extLst>
            </p:cNvPr>
            <p:cNvSpPr/>
            <p:nvPr/>
          </p:nvSpPr>
          <p:spPr>
            <a:xfrm>
              <a:off x="2782813" y="3938587"/>
              <a:ext cx="48494" cy="119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1A38F8A0-A53A-93B7-A319-0FF86863DADF}"/>
                </a:ext>
              </a:extLst>
            </p:cNvPr>
            <p:cNvCxnSpPr>
              <a:cxnSpLocks/>
            </p:cNvCxnSpPr>
            <p:nvPr/>
          </p:nvCxnSpPr>
          <p:spPr>
            <a:xfrm rot="2700000" flipH="1" flipV="1">
              <a:off x="2566430" y="3745367"/>
              <a:ext cx="481261" cy="481261"/>
            </a:xfrm>
            <a:prstGeom prst="straightConnector1">
              <a:avLst/>
            </a:prstGeom>
            <a:ln w="635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F704A65-E5E5-5800-2CF3-7D85A8620827}"/>
              </a:ext>
            </a:extLst>
          </p:cNvPr>
          <p:cNvGrpSpPr/>
          <p:nvPr/>
        </p:nvGrpSpPr>
        <p:grpSpPr>
          <a:xfrm rot="1116669">
            <a:off x="2379066" y="2955357"/>
            <a:ext cx="287400" cy="853447"/>
            <a:chOff x="2663360" y="3591363"/>
            <a:chExt cx="287400" cy="853447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F853E21-C283-AA7E-626E-FBEE6C4570E2}"/>
                </a:ext>
              </a:extLst>
            </p:cNvPr>
            <p:cNvSpPr/>
            <p:nvPr/>
          </p:nvSpPr>
          <p:spPr>
            <a:xfrm>
              <a:off x="2782813" y="3938587"/>
              <a:ext cx="48494" cy="119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D0D2FED3-7944-31C9-2822-9F6FDB0A92F3}"/>
                </a:ext>
              </a:extLst>
            </p:cNvPr>
            <p:cNvCxnSpPr>
              <a:cxnSpLocks/>
            </p:cNvCxnSpPr>
            <p:nvPr/>
          </p:nvCxnSpPr>
          <p:spPr>
            <a:xfrm rot="20483331" flipV="1">
              <a:off x="2663360" y="3591363"/>
              <a:ext cx="287400" cy="853447"/>
            </a:xfrm>
            <a:prstGeom prst="straightConnector1">
              <a:avLst/>
            </a:prstGeom>
            <a:ln w="635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02495CD-F63A-5B38-2C2C-9F7FE273F2C3}"/>
              </a:ext>
            </a:extLst>
          </p:cNvPr>
          <p:cNvGrpSpPr/>
          <p:nvPr/>
        </p:nvGrpSpPr>
        <p:grpSpPr>
          <a:xfrm rot="20179826">
            <a:off x="2297137" y="2535932"/>
            <a:ext cx="481261" cy="481261"/>
            <a:chOff x="2566430" y="3745367"/>
            <a:chExt cx="481261" cy="481261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D10C569-1270-26E1-9559-2E9206061267}"/>
                </a:ext>
              </a:extLst>
            </p:cNvPr>
            <p:cNvSpPr/>
            <p:nvPr/>
          </p:nvSpPr>
          <p:spPr>
            <a:xfrm>
              <a:off x="2782813" y="3938587"/>
              <a:ext cx="48494" cy="119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4A397C5B-F465-C5E8-FA8A-A0E2972BD18F}"/>
                </a:ext>
              </a:extLst>
            </p:cNvPr>
            <p:cNvCxnSpPr>
              <a:cxnSpLocks/>
            </p:cNvCxnSpPr>
            <p:nvPr/>
          </p:nvCxnSpPr>
          <p:spPr>
            <a:xfrm rot="2700000" flipH="1" flipV="1">
              <a:off x="2566430" y="3745367"/>
              <a:ext cx="481261" cy="481261"/>
            </a:xfrm>
            <a:prstGeom prst="straightConnector1">
              <a:avLst/>
            </a:prstGeom>
            <a:ln w="635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4C448F6-C8A3-4E93-E912-5B600967231B}"/>
              </a:ext>
            </a:extLst>
          </p:cNvPr>
          <p:cNvGrpSpPr/>
          <p:nvPr/>
        </p:nvGrpSpPr>
        <p:grpSpPr>
          <a:xfrm>
            <a:off x="2450689" y="2062095"/>
            <a:ext cx="48494" cy="612088"/>
            <a:chOff x="2782813" y="3717928"/>
            <a:chExt cx="48494" cy="612088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71BDAE6-67E8-7705-617F-EC77B657F20D}"/>
                </a:ext>
              </a:extLst>
            </p:cNvPr>
            <p:cNvSpPr/>
            <p:nvPr/>
          </p:nvSpPr>
          <p:spPr>
            <a:xfrm>
              <a:off x="2782813" y="3938587"/>
              <a:ext cx="48494" cy="1190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C87C8F5A-8C84-BE7B-5F29-465BEDBC5D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07060" y="3717928"/>
              <a:ext cx="618" cy="612088"/>
            </a:xfrm>
            <a:prstGeom prst="straightConnector1">
              <a:avLst/>
            </a:prstGeom>
            <a:ln w="6350"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077F9B9-7153-3C88-99EC-91307C055774}"/>
              </a:ext>
            </a:extLst>
          </p:cNvPr>
          <p:cNvCxnSpPr>
            <a:cxnSpLocks/>
          </p:cNvCxnSpPr>
          <p:nvPr/>
        </p:nvCxnSpPr>
        <p:spPr>
          <a:xfrm>
            <a:off x="2254988" y="2342286"/>
            <a:ext cx="464344" cy="0"/>
          </a:xfrm>
          <a:prstGeom prst="straightConnector1">
            <a:avLst/>
          </a:prstGeom>
          <a:ln w="6350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19A7B70-5714-C149-7B3A-DA1F31E53978}"/>
              </a:ext>
            </a:extLst>
          </p:cNvPr>
          <p:cNvCxnSpPr>
            <a:cxnSpLocks/>
          </p:cNvCxnSpPr>
          <p:nvPr/>
        </p:nvCxnSpPr>
        <p:spPr>
          <a:xfrm>
            <a:off x="2290594" y="2787151"/>
            <a:ext cx="464344" cy="0"/>
          </a:xfrm>
          <a:prstGeom prst="straightConnector1">
            <a:avLst/>
          </a:prstGeom>
          <a:ln w="6350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276C6C0-B1C2-9BF8-FEC9-6E66D5053BFB}"/>
              </a:ext>
            </a:extLst>
          </p:cNvPr>
          <p:cNvCxnSpPr>
            <a:cxnSpLocks/>
          </p:cNvCxnSpPr>
          <p:nvPr/>
        </p:nvCxnSpPr>
        <p:spPr>
          <a:xfrm>
            <a:off x="2285297" y="3363157"/>
            <a:ext cx="464344" cy="0"/>
          </a:xfrm>
          <a:prstGeom prst="straightConnector1">
            <a:avLst/>
          </a:prstGeom>
          <a:ln w="6350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A810028-BF3E-92E4-6C2E-CE19E0280D57}"/>
              </a:ext>
            </a:extLst>
          </p:cNvPr>
          <p:cNvCxnSpPr>
            <a:cxnSpLocks/>
          </p:cNvCxnSpPr>
          <p:nvPr/>
        </p:nvCxnSpPr>
        <p:spPr>
          <a:xfrm>
            <a:off x="2380373" y="3820526"/>
            <a:ext cx="464344" cy="0"/>
          </a:xfrm>
          <a:prstGeom prst="straightConnector1">
            <a:avLst/>
          </a:prstGeom>
          <a:ln w="6350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원호 45">
            <a:extLst>
              <a:ext uri="{FF2B5EF4-FFF2-40B4-BE49-F238E27FC236}">
                <a16:creationId xmlns:a16="http://schemas.microsoft.com/office/drawing/2014/main" id="{ED2065E0-89CE-62E1-3699-A9CA30B3AB2F}"/>
              </a:ext>
            </a:extLst>
          </p:cNvPr>
          <p:cNvSpPr/>
          <p:nvPr/>
        </p:nvSpPr>
        <p:spPr>
          <a:xfrm>
            <a:off x="2395443" y="2260959"/>
            <a:ext cx="157861" cy="160493"/>
          </a:xfrm>
          <a:prstGeom prst="arc">
            <a:avLst>
              <a:gd name="adj1" fmla="val 10985987"/>
              <a:gd name="adj2" fmla="val 16291100"/>
            </a:avLst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원호 47">
            <a:extLst>
              <a:ext uri="{FF2B5EF4-FFF2-40B4-BE49-F238E27FC236}">
                <a16:creationId xmlns:a16="http://schemas.microsoft.com/office/drawing/2014/main" id="{F5B3DDA9-31FA-F2EA-4CCE-DF71A77C7C4D}"/>
              </a:ext>
            </a:extLst>
          </p:cNvPr>
          <p:cNvSpPr/>
          <p:nvPr/>
        </p:nvSpPr>
        <p:spPr>
          <a:xfrm>
            <a:off x="2459277" y="2665453"/>
            <a:ext cx="244733" cy="248813"/>
          </a:xfrm>
          <a:prstGeom prst="arc">
            <a:avLst>
              <a:gd name="adj1" fmla="val 10773380"/>
              <a:gd name="adj2" fmla="val 13832660"/>
            </a:avLst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원호 49">
            <a:extLst>
              <a:ext uri="{FF2B5EF4-FFF2-40B4-BE49-F238E27FC236}">
                <a16:creationId xmlns:a16="http://schemas.microsoft.com/office/drawing/2014/main" id="{BE595CAE-5A41-CBB9-F839-082B86C5A591}"/>
              </a:ext>
            </a:extLst>
          </p:cNvPr>
          <p:cNvSpPr/>
          <p:nvPr/>
        </p:nvSpPr>
        <p:spPr>
          <a:xfrm>
            <a:off x="2446113" y="3281056"/>
            <a:ext cx="157861" cy="160493"/>
          </a:xfrm>
          <a:prstGeom prst="arc">
            <a:avLst>
              <a:gd name="adj1" fmla="val 10869428"/>
              <a:gd name="adj2" fmla="val 17621203"/>
            </a:avLst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원호 51">
            <a:extLst>
              <a:ext uri="{FF2B5EF4-FFF2-40B4-BE49-F238E27FC236}">
                <a16:creationId xmlns:a16="http://schemas.microsoft.com/office/drawing/2014/main" id="{6AA9E0C0-E29C-585C-C5A2-1A4D7262F3ED}"/>
              </a:ext>
            </a:extLst>
          </p:cNvPr>
          <p:cNvSpPr/>
          <p:nvPr/>
        </p:nvSpPr>
        <p:spPr>
          <a:xfrm>
            <a:off x="2520451" y="3738649"/>
            <a:ext cx="157861" cy="160493"/>
          </a:xfrm>
          <a:prstGeom prst="arc">
            <a:avLst>
              <a:gd name="adj1" fmla="val 11059938"/>
              <a:gd name="adj2" fmla="val 13914481"/>
            </a:avLst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5DD8D66-FB69-D3FE-8AEF-D3B5BA30E512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676514" y="2511123"/>
            <a:ext cx="799932" cy="1292"/>
          </a:xfrm>
          <a:prstGeom prst="straightConnector1">
            <a:avLst/>
          </a:prstGeom>
          <a:ln w="63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F7EF84E-3078-94CB-8302-419CED84F153}"/>
              </a:ext>
            </a:extLst>
          </p:cNvPr>
          <p:cNvCxnSpPr>
            <a:cxnSpLocks/>
          </p:cNvCxnSpPr>
          <p:nvPr/>
        </p:nvCxnSpPr>
        <p:spPr>
          <a:xfrm flipV="1">
            <a:off x="1849910" y="3902709"/>
            <a:ext cx="799932" cy="1292"/>
          </a:xfrm>
          <a:prstGeom prst="straightConnector1">
            <a:avLst/>
          </a:prstGeom>
          <a:ln w="6350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원호 58">
            <a:extLst>
              <a:ext uri="{FF2B5EF4-FFF2-40B4-BE49-F238E27FC236}">
                <a16:creationId xmlns:a16="http://schemas.microsoft.com/office/drawing/2014/main" id="{480A56B5-D890-AC21-F4EA-A7365831B3FD}"/>
              </a:ext>
            </a:extLst>
          </p:cNvPr>
          <p:cNvSpPr/>
          <p:nvPr/>
        </p:nvSpPr>
        <p:spPr>
          <a:xfrm>
            <a:off x="2412214" y="2578135"/>
            <a:ext cx="124317" cy="126390"/>
          </a:xfrm>
          <a:prstGeom prst="arc">
            <a:avLst>
              <a:gd name="adj1" fmla="val 16200000"/>
              <a:gd name="adj2" fmla="val 3550582"/>
            </a:avLst>
          </a:prstGeom>
          <a:ln w="63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110B0572-FF58-C8BF-D3AC-AC88A53B9038}"/>
              </a:ext>
            </a:extLst>
          </p:cNvPr>
          <p:cNvSpPr/>
          <p:nvPr/>
        </p:nvSpPr>
        <p:spPr>
          <a:xfrm>
            <a:off x="2395443" y="3584934"/>
            <a:ext cx="124317" cy="126390"/>
          </a:xfrm>
          <a:prstGeom prst="arc">
            <a:avLst>
              <a:gd name="adj1" fmla="val 16200000"/>
              <a:gd name="adj2" fmla="val 3550582"/>
            </a:avLst>
          </a:prstGeom>
          <a:ln w="63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56038B5-1495-4C57-CFF3-351161D2467D}"/>
                  </a:ext>
                </a:extLst>
              </p:cNvPr>
              <p:cNvSpPr txBox="1"/>
              <p:nvPr/>
            </p:nvSpPr>
            <p:spPr>
              <a:xfrm>
                <a:off x="2743611" y="3694673"/>
                <a:ext cx="422039" cy="2466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56038B5-1495-4C57-CFF3-351161D24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611" y="3694673"/>
                <a:ext cx="422039" cy="2466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9E4012F-47F9-983E-76F6-4567014444CD}"/>
                  </a:ext>
                </a:extLst>
              </p:cNvPr>
              <p:cNvSpPr txBox="1"/>
              <p:nvPr/>
            </p:nvSpPr>
            <p:spPr>
              <a:xfrm>
                <a:off x="2645021" y="3237966"/>
                <a:ext cx="48000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9E4012F-47F9-983E-76F6-456701444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021" y="3237966"/>
                <a:ext cx="480003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E5BAC47-9374-CC6A-396B-41EED11E70BF}"/>
                  </a:ext>
                </a:extLst>
              </p:cNvPr>
              <p:cNvSpPr txBox="1"/>
              <p:nvPr/>
            </p:nvSpPr>
            <p:spPr>
              <a:xfrm>
                <a:off x="2652265" y="2667607"/>
                <a:ext cx="423898" cy="2466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E5BAC47-9374-CC6A-396B-41EED11E7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265" y="2667607"/>
                <a:ext cx="423898" cy="2466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60B4C05-915B-893E-DA77-3DE65EA8042B}"/>
                  </a:ext>
                </a:extLst>
              </p:cNvPr>
              <p:cNvSpPr txBox="1"/>
              <p:nvPr/>
            </p:nvSpPr>
            <p:spPr>
              <a:xfrm>
                <a:off x="2623246" y="2222737"/>
                <a:ext cx="542264" cy="248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ℎ𝑒𝑎𝑑</m:t>
                          </m:r>
                        </m:sup>
                      </m:sSup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60B4C05-915B-893E-DA77-3DE65EA80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246" y="2222737"/>
                <a:ext cx="542264" cy="2489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F9FDC03-F4A3-4514-D7D2-0559E91D48F4}"/>
              </a:ext>
            </a:extLst>
          </p:cNvPr>
          <p:cNvCxnSpPr>
            <a:cxnSpLocks/>
          </p:cNvCxnSpPr>
          <p:nvPr/>
        </p:nvCxnSpPr>
        <p:spPr>
          <a:xfrm>
            <a:off x="2536531" y="3639506"/>
            <a:ext cx="588493" cy="0"/>
          </a:xfrm>
          <a:prstGeom prst="straightConnector1">
            <a:avLst/>
          </a:prstGeom>
          <a:ln w="1905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FCD4284-EC92-4B86-01B8-5EF08D8EE41E}"/>
                  </a:ext>
                </a:extLst>
              </p:cNvPr>
              <p:cNvSpPr txBox="1"/>
              <p:nvPr/>
            </p:nvSpPr>
            <p:spPr>
              <a:xfrm>
                <a:off x="3058579" y="3514838"/>
                <a:ext cx="1920013" cy="2627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𝐿𝐿𝐴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𝑎𝑛𝑔</m:t>
                          </m:r>
                        </m:sub>
                      </m:sSub>
                      <m:r>
                        <a:rPr lang="en-US" altLang="ko-K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=180°−</m:t>
                      </m:r>
                      <m:d>
                        <m:dPr>
                          <m:ctrlP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p>
                          </m:s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1000" i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FCD4284-EC92-4B86-01B8-5EF08D8EE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579" y="3514838"/>
                <a:ext cx="1920013" cy="2627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DA61CFFD-01DA-213A-910E-B6A44D50C38D}"/>
              </a:ext>
            </a:extLst>
          </p:cNvPr>
          <p:cNvCxnSpPr>
            <a:cxnSpLocks/>
          </p:cNvCxnSpPr>
          <p:nvPr/>
        </p:nvCxnSpPr>
        <p:spPr>
          <a:xfrm>
            <a:off x="2559591" y="2625354"/>
            <a:ext cx="588493" cy="0"/>
          </a:xfrm>
          <a:prstGeom prst="straightConnector1">
            <a:avLst/>
          </a:prstGeom>
          <a:ln w="1905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D208F22-6492-0C91-6ABA-C6AC8FA8CFE6}"/>
                  </a:ext>
                </a:extLst>
              </p:cNvPr>
              <p:cNvSpPr txBox="1"/>
              <p:nvPr/>
            </p:nvSpPr>
            <p:spPr>
              <a:xfrm>
                <a:off x="3081639" y="2500686"/>
                <a:ext cx="1931939" cy="2696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𝐶𝐴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𝑎𝑛𝑔</m:t>
                          </m:r>
                        </m:sub>
                      </m:sSub>
                      <m:r>
                        <a:rPr lang="en-US" altLang="ko-K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=180°−</m:t>
                      </m:r>
                      <m:d>
                        <m:dPr>
                          <m:ctrlPr>
                            <a:rPr lang="ko-KR" altLang="en-US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ko-KR" altLang="en-US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ko-KR" alt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𝑒𝑎𝑑</m:t>
                              </m:r>
                            </m:sup>
                          </m:sSup>
                          <m:r>
                            <a:rPr lang="ko-KR" altLang="en-US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ko-KR" altLang="en-US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ko-KR" altLang="en-US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ko-K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ko-KR" altLang="en-US" sz="1000" i="1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D208F22-6492-0C91-6ABA-C6AC8FA8C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639" y="2500686"/>
                <a:ext cx="1931939" cy="2696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079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B8E28D-4FFA-8752-9F8F-69E9F7244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846" y="2709000"/>
            <a:ext cx="1440000" cy="144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37DA1D-9151-F6BB-3515-B8172712C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41" y="2709000"/>
            <a:ext cx="1440000" cy="1440000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AEEB1E32-58D5-A7F4-23FD-A8FC5E21EBE8}"/>
              </a:ext>
            </a:extLst>
          </p:cNvPr>
          <p:cNvGrpSpPr/>
          <p:nvPr/>
        </p:nvGrpSpPr>
        <p:grpSpPr>
          <a:xfrm>
            <a:off x="5216409" y="1779450"/>
            <a:ext cx="1808207" cy="1440000"/>
            <a:chOff x="6480059" y="1779450"/>
            <a:chExt cx="1808207" cy="1440000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2F48253-B27E-744C-A9DF-C8251E9AA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80059" y="1779450"/>
              <a:ext cx="1440000" cy="1440000"/>
            </a:xfrm>
            <a:prstGeom prst="rect">
              <a:avLst/>
            </a:prstGeom>
          </p:spPr>
        </p:pic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578337E3-3C8D-E313-B4F2-7D51323882D1}"/>
                </a:ext>
              </a:extLst>
            </p:cNvPr>
            <p:cNvCxnSpPr/>
            <p:nvPr/>
          </p:nvCxnSpPr>
          <p:spPr>
            <a:xfrm>
              <a:off x="6560367" y="2188300"/>
              <a:ext cx="121203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8D701A-10B8-E2AB-7A95-924E2C1C7ECC}"/>
                </a:ext>
              </a:extLst>
            </p:cNvPr>
            <p:cNvSpPr txBox="1"/>
            <p:nvPr/>
          </p:nvSpPr>
          <p:spPr>
            <a:xfrm>
              <a:off x="7712467" y="2034411"/>
              <a:ext cx="5757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rgbClr val="FF0000"/>
                  </a:solidFill>
                </a:rPr>
                <a:t>RMS</a:t>
              </a:r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B36AFD4A-3712-1788-8D2A-D2327ED4F1E4}"/>
              </a:ext>
            </a:extLst>
          </p:cNvPr>
          <p:cNvCxnSpPr>
            <a:stCxn id="5" idx="3"/>
            <a:endCxn id="18" idx="1"/>
          </p:cNvCxnSpPr>
          <p:nvPr/>
        </p:nvCxnSpPr>
        <p:spPr>
          <a:xfrm flipV="1">
            <a:off x="4413846" y="2499450"/>
            <a:ext cx="802563" cy="929550"/>
          </a:xfrm>
          <a:prstGeom prst="bentConnector3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1CD9356-63BB-80B2-F1A3-F04355955382}"/>
              </a:ext>
            </a:extLst>
          </p:cNvPr>
          <p:cNvCxnSpPr>
            <a:cxnSpLocks/>
            <a:stCxn id="5" idx="3"/>
            <a:endCxn id="27" idx="1"/>
          </p:cNvCxnSpPr>
          <p:nvPr/>
        </p:nvCxnSpPr>
        <p:spPr>
          <a:xfrm>
            <a:off x="4413846" y="3429000"/>
            <a:ext cx="802563" cy="919299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FA8D8E04-AB2E-FBCC-BF1A-C5C2F4EDB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409" y="3628299"/>
            <a:ext cx="1440000" cy="144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061ADBC-FDFD-65BB-572D-23066CC64FCC}"/>
              </a:ext>
            </a:extLst>
          </p:cNvPr>
          <p:cNvSpPr txBox="1"/>
          <p:nvPr/>
        </p:nvSpPr>
        <p:spPr>
          <a:xfrm>
            <a:off x="4544828" y="3673232"/>
            <a:ext cx="54059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FFT</a:t>
            </a:r>
            <a:endParaRPr lang="ko-KR" altLang="en-US" dirty="0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6910F530-5DD4-1999-B779-F88870475AFA}"/>
              </a:ext>
            </a:extLst>
          </p:cNvPr>
          <p:cNvSpPr/>
          <p:nvPr/>
        </p:nvSpPr>
        <p:spPr>
          <a:xfrm>
            <a:off x="2092437" y="3027917"/>
            <a:ext cx="82221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D759E0-B2AD-8546-4E6C-67C5DC5E392E}"/>
              </a:ext>
            </a:extLst>
          </p:cNvPr>
          <p:cNvSpPr txBox="1"/>
          <p:nvPr/>
        </p:nvSpPr>
        <p:spPr>
          <a:xfrm>
            <a:off x="2033241" y="2709000"/>
            <a:ext cx="842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Bandpass</a:t>
            </a:r>
          </a:p>
          <a:p>
            <a:pPr algn="ctr"/>
            <a:r>
              <a:rPr lang="en-US" altLang="ko-KR" sz="1200" dirty="0"/>
              <a:t>Filter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27355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23</Words>
  <Application>Microsoft Office PowerPoint</Application>
  <PresentationFormat>와이드스크린</PresentationFormat>
  <Paragraphs>13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JeongHyun Woo</dc:creator>
  <cp:lastModifiedBy>Jake JeongHyun Woo</cp:lastModifiedBy>
  <cp:revision>4</cp:revision>
  <dcterms:created xsi:type="dcterms:W3CDTF">2026-10-22T13:48:46Z</dcterms:created>
  <dcterms:modified xsi:type="dcterms:W3CDTF">2026-10-24T02:52:43Z</dcterms:modified>
</cp:coreProperties>
</file>